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"/>
  </p:notesMasterIdLst>
  <p:sldIdLst>
    <p:sldId id="287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595CF8-0F04-4FED-A7DB-A1A7EF1E85AC}">
  <a:tblStyle styleId="{E2595CF8-0F04-4FED-A7DB-A1A7EF1E85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ee3445068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1ee3445068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6"/>
          <p:cNvSpPr txBox="1"/>
          <p:nvPr/>
        </p:nvSpPr>
        <p:spPr>
          <a:xfrm>
            <a:off x="0" y="0"/>
            <a:ext cx="2759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AI Tools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6"/>
          <p:cNvSpPr txBox="1"/>
          <p:nvPr/>
        </p:nvSpPr>
        <p:spPr>
          <a:xfrm>
            <a:off x="55075" y="399200"/>
            <a:ext cx="2396400" cy="14961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 30, 2022 - ChatGPT release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pushed many companies to completely change their agenda and to re-organize around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2023 - year of discoveries, POCs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2024 - year of deployments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6"/>
          <p:cNvSpPr txBox="1"/>
          <p:nvPr/>
        </p:nvSpPr>
        <p:spPr>
          <a:xfrm>
            <a:off x="1502000" y="1980400"/>
            <a:ext cx="13914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Research: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Berkeley, Carnegie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Mellon, MIT, ...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OpenAI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Microsoft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Meta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Mistral.ai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Stability.ai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Anthropic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Google DeepMind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01.ai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X.ai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Inflection.ai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IBM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6"/>
          <p:cNvSpPr txBox="1"/>
          <p:nvPr/>
        </p:nvSpPr>
        <p:spPr>
          <a:xfrm>
            <a:off x="2979225" y="55800"/>
            <a:ext cx="12753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Cloud Platforms: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Microsoft, Azure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Hugging 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Amazon Bedrock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AWS EC2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Google Vertex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Google CoLab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IBM Watson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Nvidia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cloud.vast.ai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paperspace.com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LambdaLabs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brev.dev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6"/>
          <p:cNvSpPr txBox="1"/>
          <p:nvPr/>
        </p:nvSpPr>
        <p:spPr>
          <a:xfrm>
            <a:off x="4885450" y="55800"/>
            <a:ext cx="18321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Tools: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RAG tools: Vector DBs,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Graph DBs, PostgreSQL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AutoGen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TaskWeaver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CrewAI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MemGPT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vLLM + AutoAWQ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6"/>
          <p:cNvSpPr txBox="1"/>
          <p:nvPr/>
        </p:nvSpPr>
        <p:spPr>
          <a:xfrm>
            <a:off x="55075" y="3376800"/>
            <a:ext cx="10665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Chips: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Nvidia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Google TPUs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Microsoft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OpenAI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Meta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Apple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Rain NPU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 Cerebras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6"/>
          <p:cNvSpPr txBox="1"/>
          <p:nvPr/>
        </p:nvSpPr>
        <p:spPr>
          <a:xfrm>
            <a:off x="4676350" y="3192289"/>
            <a:ext cx="23163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Software: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Python, PyTorch, JAX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Rust Candle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Nvidia CUDA, cuDNN, TensorRT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SDK, DeepStream SDK, ...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HuggingFace python modules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(datasets, transformers)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models, datasets, ...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LangChain, LlamaIndex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Apple MLX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46"/>
          <p:cNvSpPr txBox="1"/>
          <p:nvPr/>
        </p:nvSpPr>
        <p:spPr>
          <a:xfrm>
            <a:off x="7065325" y="2170700"/>
            <a:ext cx="20346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Model Training, Fine-tuning: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HuggingFace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Axolotl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LoRA, QLoRA, S-LoRA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wandb.ai (weights &amp; biases)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fast.ai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6"/>
          <p:cNvSpPr txBox="1"/>
          <p:nvPr/>
        </p:nvSpPr>
        <p:spPr>
          <a:xfrm>
            <a:off x="6802940" y="55800"/>
            <a:ext cx="2289000" cy="57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Model Safety: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Meta Purple Llama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6"/>
          <p:cNvSpPr txBox="1"/>
          <p:nvPr/>
        </p:nvSpPr>
        <p:spPr>
          <a:xfrm>
            <a:off x="6802940" y="732300"/>
            <a:ext cx="22890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Front-End Dev: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LangChain Studio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Windows AI Studio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AutiGen Studio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Streamlit, Flask, Gradio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voiceflow.com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Text Generation WebUI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46"/>
          <p:cNvSpPr txBox="1"/>
          <p:nvPr/>
        </p:nvSpPr>
        <p:spPr>
          <a:xfrm>
            <a:off x="2979225" y="3561600"/>
            <a:ext cx="16113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Cloud App Dev: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Hugging 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platform.openai.com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Cohere.com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RunPod.io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replit.com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+ voiceflow.com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chatbase.co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6"/>
          <p:cNvSpPr txBox="1"/>
          <p:nvPr/>
        </p:nvSpPr>
        <p:spPr>
          <a:xfrm>
            <a:off x="7816800" y="3424600"/>
            <a:ext cx="12753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Local Apps: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Ollama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LMStudio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TextGen WebUI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GPT4All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MLC LLM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PrivateGPT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h2oGPT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6"/>
          <p:cNvSpPr txBox="1"/>
          <p:nvPr/>
        </p:nvSpPr>
        <p:spPr>
          <a:xfrm>
            <a:off x="2979225" y="2547450"/>
            <a:ext cx="13611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Datasets: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HuggingFace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Orca2, Open Orca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Dolphin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scale.com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6"/>
          <p:cNvSpPr txBox="1"/>
          <p:nvPr/>
        </p:nvSpPr>
        <p:spPr>
          <a:xfrm>
            <a:off x="55075" y="1980400"/>
            <a:ext cx="13611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Chats: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ChatGPT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Bard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Claude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labs.perplexity.ai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llama2.ai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pi.ai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6"/>
          <p:cNvSpPr txBox="1"/>
          <p:nvPr/>
        </p:nvSpPr>
        <p:spPr>
          <a:xfrm>
            <a:off x="4885450" y="2054950"/>
            <a:ext cx="1832100" cy="942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Coding Tools: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GPT Pilot in VS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GitHub Copilot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Google’s Duet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JetBrains AI IDEs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Macintosh PowerPoint</Application>
  <PresentationFormat>On-screen Show (16:9)</PresentationFormat>
  <Paragraphs>106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</cp:revision>
  <dcterms:modified xsi:type="dcterms:W3CDTF">2024-03-15T01:12:03Z</dcterms:modified>
</cp:coreProperties>
</file>